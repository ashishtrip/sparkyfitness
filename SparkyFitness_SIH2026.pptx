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>
                <a:solidFill>
                  <a:srgbClr val="F0F0F5"/>
                </a:solidFill>
                <a:latin typeface="Arial Black"/>
              </a:defRPr>
            </a:pPr>
            <a:r>
              <a:t>SMART INDIA HACKATHON 2026</a:t>
            </a:r>
          </a:p>
          <a:p>
            <a:br/>
            <a:pPr algn="ctr">
              <a:defRPr sz="3200">
                <a:solidFill>
                  <a:srgbClr val="6366F1"/>
                </a:solidFill>
                <a:latin typeface="Calibri"/>
              </a:defRPr>
            </a:pPr>
            <a:r>
              <a:t>TITLE PAGE</a:t>
            </a:r>
          </a:p>
          <a:p>
            <a:br/>
            <a:pPr algn="ctr">
              <a:defRPr sz="2000">
                <a:solidFill>
                  <a:srgbClr val="9CA3AF"/>
                </a:solidFill>
                <a:latin typeface="Calibri"/>
              </a:defRPr>
            </a:pPr>
            <a:r>
              <a:t>• Problem Statement ID – SIH26101</a:t>
            </a:r>
            <a:br/>
            <a:r>
              <a:t>• Problem Statement Title - Comprehensive Privacy-First Health Tracking Platform</a:t>
            </a:r>
            <a:br/>
            <a:r>
              <a:t>• Theme - MedTech / HealthTech</a:t>
            </a:r>
            <a:br/>
            <a:r>
              <a:t>• PS Category - Software</a:t>
            </a:r>
            <a:br/>
            <a:r>
              <a:t>• Team ID - TBD</a:t>
            </a:r>
            <a:br/>
            <a:r>
              <a:t>• Team Name - CodeWithCJ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366F1"/>
                </a:solidFill>
                <a:latin typeface="Arial Black"/>
              </a:defRPr>
            </a:pPr>
            <a:r>
              <a:t>SparkyFitness - Self-Hosted Privacy-First Fitness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Proposed Solution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A comprehensive self-hosted fitness tracking ecosystem unifying nutrition, exercise, body metrics, and health data into a single platform.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Comprises a robust backend server, a responsive web frontend, and native mobile apps (iOS &amp; Android).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Incorporates an AI conversational interface (SparkyAI) for intuitive, text and image-based data logging.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How it addresses the problem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Eliminates the need for multiple fragmented, costly subscriptions.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Data Ownership: Stores and manages highly sensitive health data on user-controlled infrastructure, removing reliance on third-party services.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Innovation and uniqueness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Offline-first, self-hosted architecture ensures complete data sovereignty.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Broad wearable sync combined with granular family sharing permissions.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366F1"/>
                </a:solidFill>
                <a:latin typeface="Arial Black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Technologies Used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Node.js &amp; TypeScript (Scalable API backend)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Docker &amp; Docker Compose (Containerization for self-hosting)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PostgreSQL (Relational database for structured health data)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React.js / Vite &amp; React Native / Expo (Web &amp; Mobile apps)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SparkyAI (Integration with external LLMs for conversational tracking)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HealthKit, Google Health Connect APIs.</a:t>
            </a:r>
          </a:p>
        </p:txBody>
      </p:sp>
      <p:pic>
        <p:nvPicPr>
          <p:cNvPr id="5" name="Picture 4" descr="sparky_workflow_1789383291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366F1"/>
                </a:solidFill>
                <a:latin typeface="Arial Black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Analysis of the feasibility of the idea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High Feasibility: The core system is already demonstrable, utilizing standard containerization (Docker).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Pre-built integrations with major health platforms prove the viability of a unified data pipeline.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Potential challenges and risks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Integration Fragility: Third-party APIs (Garmin, Apple Health, Fitbit) frequently change.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Onboarding Friction: Self-hosting can be technically intimidating for average users.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Strategies for overcoming these challenges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Modular Architecture: Isolate third-party integrations into microservices.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Cloud Hosting Partners: Partner with one-click deployment providers (e.g., PikaPods, Zenith).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Community-Driven Maintenance: Leverage open-source for robust API connectors.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366F1"/>
                </a:solidFill>
                <a:latin typeface="Arial Black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Potential impact on the target audience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Empowers individuals and families to take total ownership of their health data.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Democratizes access to premium fitness tracking features without paywalls.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Benefits of the solution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Economic: Saves users $40–$100 annually per application.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Social: Facilitates family wellness through shared access with privacy controls.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Security: Radically reduces the risk of sensitive health data breaches.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Holistic Health: Provides a unified view of health, correlating sleep with nutrition.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366F1"/>
                </a:solidFill>
                <a:latin typeface="Arial Black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Project Details &amp; Links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GitHub Repository: https://github.com/CodeWithCJ/SparkyFitness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Documentation &amp; Installation: https://codewithcj.github.io/SparkyFitness/</a:t>
            </a:r>
          </a:p>
          <a:p>
            <a:pPr>
              <a:defRPr sz="2200">
                <a:solidFill>
                  <a:srgbClr val="F0F0F5"/>
                </a:solidFill>
                <a:latin typeface="Calibri"/>
              </a:defRPr>
            </a:pPr>
            <a:r>
              <a:t>Comparative Market Analysis: Comparison against 17 existing solutions.</a:t>
            </a:r>
          </a:p>
        </p:txBody>
      </p:sp>
      <p:pic>
        <p:nvPicPr>
          <p:cNvPr id="5" name="Picture 4" descr="sparky_usecase_1789383344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